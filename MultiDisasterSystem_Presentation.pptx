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>
              <a:alpha val="70000"/>
            </a:srgbClr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0"/>
            <a:ext cx="64008" cy="2743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 Disaster Detection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Monitoring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Storm &amp; Flood Intelligence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Storm-AI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32461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Flood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32461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749040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Flood Monitor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74904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Storm-AI Engine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74904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Live Dashboard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Serverless · Python · Terraform · OpenWeather 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3749040"/>
          </a:xfrm>
          <a:prstGeom prst="rect">
            <a:avLst/>
          </a:prstGeom>
          <a:solidFill>
            <a:srgbClr val="0F1F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Detection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Real-time flood risk scoring for Indian cities using OpenWeather API, ML inference, satellite imagery, and DynamoDB streaming.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3246120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Python Lambda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3575304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5753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DynamoDB Streams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3904488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AWS SNS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4233672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EventBridge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6120" y="960120"/>
            <a:ext cx="2743200" cy="3749040"/>
          </a:xfrm>
          <a:prstGeom prst="rect">
            <a:avLst/>
          </a:prstGeom>
          <a:solidFill>
            <a:srgbClr val="0F1F3D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972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19272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Storm-AI Engine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337560" y="21031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AI-powered storm prediction service using weather data ingestion, severity classification, and Telegram alert notifications.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37560" y="3246120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83280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API Gateway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337560" y="3575304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83280" y="35753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S3 + DynamoDB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337560" y="3904488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8328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Telegram Bot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337560" y="4233672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83280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Terraform IaC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217920" y="960120"/>
            <a:ext cx="2743200" cy="3749040"/>
          </a:xfrm>
          <a:prstGeom prst="rect">
            <a:avLst/>
          </a:prstGeom>
          <a:solidFill>
            <a:srgbClr val="0F1F3D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97280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91072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Multi-Disaster Dashboard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309360" y="21031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Unified real-time web dashboard showing flood risk, storm scores, temperature maps, and live alerts with glassmorphism UI.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309360" y="3246120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55080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Chart.js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309360" y="3575304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55080" y="35753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Leaflet Maps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309360" y="3904488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35508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REST API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309360" y="4233672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355080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Space Grotesk UI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Flood Detection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AWS Serverless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463040" cy="1417320"/>
          </a:xfrm>
          <a:prstGeom prst="rect">
            <a:avLst/>
          </a:prstGeom>
          <a:solidFill>
            <a:srgbClr val="0F1F3D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463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2070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55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OpenWeather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Every 15 min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01368" y="1755648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248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29968" y="1097280"/>
            <a:ext cx="1463040" cy="1417320"/>
          </a:xfrm>
          <a:prstGeom prst="rect">
            <a:avLst/>
          </a:prstGeom>
          <a:solidFill>
            <a:srgbClr val="0F1F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29968" y="1097280"/>
            <a:ext cx="14630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20700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75688" y="1755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Satellite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Ingestion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075688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Every 30 min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11296" y="1755648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94176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739896" y="1097280"/>
            <a:ext cx="1463040" cy="1417320"/>
          </a:xfrm>
          <a:prstGeom prst="rect">
            <a:avLst/>
          </a:prstGeom>
          <a:solidFill>
            <a:srgbClr val="0F1F3D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39896" y="1097280"/>
            <a:ext cx="14630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20700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1755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Inference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785616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Risk Scoring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221224" y="1755648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04104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49824" y="1097280"/>
            <a:ext cx="1463040" cy="1417320"/>
          </a:xfrm>
          <a:prstGeom prst="rect">
            <a:avLst/>
          </a:prstGeom>
          <a:solidFill>
            <a:srgbClr val="0F1F3D"/>
          </a:solidFill>
          <a:ln w="1905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49824" y="1097280"/>
            <a:ext cx="1463040" cy="45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20700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95544" y="1755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DynamoDB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95544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Real-time Trigger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931152" y="1755648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14032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159752" y="1097280"/>
            <a:ext cx="1463040" cy="1417320"/>
          </a:xfrm>
          <a:prstGeom prst="rect">
            <a:avLst/>
          </a:prstGeom>
          <a:solidFill>
            <a:srgbClr val="0F1F3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159752" y="1097280"/>
            <a:ext cx="14630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207008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05472" y="1755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SNS Alerts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205472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🚨 EMERGENCY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36576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Lambda Functions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365760" y="306324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0292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weather-ingestion-lambda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3840480" y="3063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Fetches weather data for Pune, Mumbai, Nashik, Nagpur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65760" y="3438144"/>
            <a:ext cx="54864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0292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weather-processing-lambda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3840480" y="34381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Processes raw weather into flood risk scores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365760" y="3813048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0292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ml-inference-lambda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3840480" y="38130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ML model inference for risk prediction (timeout: 15s)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365760" y="4187952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0292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flood-alert-lambda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3840480" y="4187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DynamoDB stream trigger → SNS alert (≥60 risk)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365760" y="4562856"/>
            <a:ext cx="54864" cy="25603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502920" y="4562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satellite-ingestion-lambda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3840480" y="45628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Satellite imagery ingestion every 30 minutes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263640" y="2697480"/>
            <a:ext cx="2560320" cy="210312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Text 48"/>
          <p:cNvSpPr/>
          <p:nvPr/>
        </p:nvSpPr>
        <p:spPr>
          <a:xfrm>
            <a:off x="635508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Alert Thresholds</a:t>
            </a:r>
            <a:endParaRPr lang="en-US" sz="1100" dirty="0"/>
          </a:p>
        </p:txBody>
      </p:sp>
      <p:sp>
        <p:nvSpPr>
          <p:cNvPr id="56" name="Text 49"/>
          <p:cNvSpPr/>
          <p:nvPr/>
        </p:nvSpPr>
        <p:spPr>
          <a:xfrm>
            <a:off x="6355080" y="30906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🚨 EMERGENCY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7818120" y="31089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781812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Risk ≥ 90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6355080" y="3639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⚠️ DANGER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7818120" y="365760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2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7818120" y="3657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Risk ≥ 75</a:t>
            </a:r>
            <a:endParaRPr lang="en-US" sz="850" dirty="0"/>
          </a:p>
        </p:txBody>
      </p:sp>
      <p:sp>
        <p:nvSpPr>
          <p:cNvPr id="62" name="Text 55"/>
          <p:cNvSpPr/>
          <p:nvPr/>
        </p:nvSpPr>
        <p:spPr>
          <a:xfrm>
            <a:off x="6355080" y="4187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CC15"/>
                </a:solidFill>
              </a:rPr>
              <a:t>⚡ WARNING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7818120" y="42062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ACC15">
              <a:alpha val="25000"/>
            </a:srgbClr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7818120" y="4206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Risk ≥ 60</a:t>
            </a:r>
            <a:endParaRPr lang="en-US" sz="850" dirty="0"/>
          </a:p>
        </p:txBody>
      </p:sp>
      <p:sp>
        <p:nvSpPr>
          <p:cNvPr id="65" name="Shape 5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Storm-AI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55F7"/>
                </a:solidFill>
              </a:rPr>
              <a:t>Intelligent Storm Prediction &amp; Alert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1371600"/>
          </a:xfrm>
          <a:prstGeom prst="rect">
            <a:avLst/>
          </a:prstGeom>
          <a:solidFill>
            <a:srgbClr val="0F1F3D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508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Gateway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01368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8528" y="1554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20240" y="1005840"/>
            <a:ext cx="1508760" cy="1371600"/>
          </a:xfrm>
          <a:prstGeom prst="rect">
            <a:avLst/>
          </a:prstGeom>
          <a:solidFill>
            <a:srgbClr val="0F1F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20240" y="1005840"/>
            <a:ext cx="1508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0972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Collector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Lambda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447288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84448" y="1554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566160" y="1005840"/>
            <a:ext cx="1508760" cy="1371600"/>
          </a:xfrm>
          <a:prstGeom prst="rect">
            <a:avLst/>
          </a:prstGeom>
          <a:solidFill>
            <a:srgbClr val="0F1F3D"/>
          </a:solidFill>
          <a:ln w="1905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566160" y="1005840"/>
            <a:ext cx="1508760" cy="45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0972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11880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S3 + DynamoDB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93208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30368" y="1554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212080" y="1005840"/>
            <a:ext cx="1508760" cy="1371600"/>
          </a:xfrm>
          <a:prstGeom prst="rect">
            <a:avLst/>
          </a:prstGeom>
          <a:solidFill>
            <a:srgbClr val="0F1F3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212080" y="1005840"/>
            <a:ext cx="15087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0972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57800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Alerts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Lambda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739128" y="16459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76288" y="1554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858000" y="1005840"/>
            <a:ext cx="1508760" cy="1371600"/>
          </a:xfrm>
          <a:prstGeom prst="rect">
            <a:avLst/>
          </a:prstGeom>
          <a:solidFill>
            <a:srgbClr val="0F1F3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858000" y="1005840"/>
            <a:ext cx="1508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09728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03720" y="1645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Telegram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Alerts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36576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</a:rPr>
              <a:t>Infrastructure as Code (Terraform)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365760" y="2944368"/>
            <a:ext cx="54864" cy="23774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02920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aws_s3_bucket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474720" y="29443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storm-ai-data-bucket with versioning enabled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365760" y="3310128"/>
            <a:ext cx="54864" cy="23774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02920" y="3310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aws_dynamodb_table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474720" y="33101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storm-ai-forecasts (location_id + timestamp keys)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365760" y="3675888"/>
            <a:ext cx="54864" cy="23774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02920" y="3675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aws_lambda_function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3474720" y="36758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collector, alerts, api services (Python 3.11)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365760" y="4041648"/>
            <a:ext cx="54864" cy="23774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02920" y="40416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aws_api_gateway_v2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3474720" y="40416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HTTP API with auto-deploy stage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365760" y="4407408"/>
            <a:ext cx="54864" cy="23774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02920" y="44074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aws_cloudwatch_log_group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474720" y="44074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Lambda logs with 7-day retention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943600" y="2560320"/>
            <a:ext cx="2834640" cy="2194560"/>
          </a:xfrm>
          <a:prstGeom prst="rect">
            <a:avLst/>
          </a:prstGeom>
          <a:solidFill>
            <a:srgbClr val="0F1F3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3"/>
          <p:cNvSpPr/>
          <p:nvPr/>
        </p:nvSpPr>
        <p:spPr>
          <a:xfrm>
            <a:off x="603504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Storm Severity Levels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6035040" y="297180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22C55E">
              <a:alpha val="3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03504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LOW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7022592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Score: 0-40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035040" y="3401568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ACC15">
              <a:alpha val="30000"/>
            </a:srgbClr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6035040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MEDIUM</a:t>
            </a:r>
            <a:endParaRPr lang="en-US" sz="950" dirty="0"/>
          </a:p>
        </p:txBody>
      </p:sp>
      <p:sp>
        <p:nvSpPr>
          <p:cNvPr id="56" name="Text 49"/>
          <p:cNvSpPr/>
          <p:nvPr/>
        </p:nvSpPr>
        <p:spPr>
          <a:xfrm>
            <a:off x="7022592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Score: 40-65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035040" y="3831336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03504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</a:t>
            </a:r>
            <a:endParaRPr lang="en-US" sz="950" dirty="0"/>
          </a:p>
        </p:txBody>
      </p:sp>
      <p:sp>
        <p:nvSpPr>
          <p:cNvPr id="59" name="Text 52"/>
          <p:cNvSpPr/>
          <p:nvPr/>
        </p:nvSpPr>
        <p:spPr>
          <a:xfrm>
            <a:off x="7022592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Score: 65-80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6035040" y="4261104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6035040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SEVERE</a:t>
            </a:r>
            <a:endParaRPr lang="en-US" sz="950" dirty="0"/>
          </a:p>
        </p:txBody>
      </p:sp>
      <p:sp>
        <p:nvSpPr>
          <p:cNvPr id="62" name="Text 55"/>
          <p:cNvSpPr/>
          <p:nvPr/>
        </p:nvSpPr>
        <p:spPr>
          <a:xfrm>
            <a:off x="7022592" y="4261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Score: 80+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 Disaster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Real-time Glassmorphism UI · Chart.js · Leaflet Maps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508760"/>
          </a:xfrm>
          <a:prstGeom prst="rect">
            <a:avLst/>
          </a:prstGeom>
          <a:solidFill>
            <a:srgbClr val="0F1F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612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11430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🌊 Flood Monitor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1600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Risk score meter, city selector, historical risk chart (Chart.js), confidence %, temperature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114800" cy="1508760"/>
          </a:xfrm>
          <a:prstGeom prst="rect">
            <a:avLst/>
          </a:prstGeom>
          <a:solidFill>
            <a:srgbClr val="0F1F3D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51560"/>
            <a:ext cx="41148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1612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48656" y="11430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Storm-AI Score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73168" y="1600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Ring gauge showing storm score 0-100, severity badge, reasons list, last updated time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743200"/>
            <a:ext cx="4114800" cy="1508760"/>
          </a:xfrm>
          <a:prstGeom prst="rect">
            <a:avLst/>
          </a:prstGeom>
          <a:solidFill>
            <a:srgbClr val="0F1F3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743200"/>
            <a:ext cx="41148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529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" y="28346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🌡️ Temperature Map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84048" y="32918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Leaflet.js interactive map with city temperature overlays, day/night/feels-like tabs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743200"/>
            <a:ext cx="4114800" cy="1508760"/>
          </a:xfrm>
          <a:prstGeom prst="rect">
            <a:avLst/>
          </a:prstGeom>
          <a:solidFill>
            <a:srgbClr val="0F1F3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743200"/>
            <a:ext cx="41148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85292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48656" y="28346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🔔 Live Alerts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773168" y="32918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Real-time alert feed with severity coloring, animated pulses, snooze &amp; dismiss controls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Grotesk + JetBrains Mono · Dark Glassmorphism · Animated Background · Live Location API · Auto-refresh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43200" cy="4114800"/>
          </a:xfrm>
          <a:prstGeom prst="rect">
            <a:avLst/>
          </a:prstGeom>
          <a:solidFill>
            <a:srgbClr val="0F1F3D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14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Cloud &amp; Infra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" y="149961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AWS Lambda (Python 3.9 / 3.11)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" y="19202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" y="1837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Amazon DynamoDB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" y="23408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2258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Amazon S3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8328" y="276148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" y="2679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Gateway HTTP API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" y="318211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3099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EventBridge Scheduler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8328" y="360273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AWS SNS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8328" y="40233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" y="39410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CloudWatch Logs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8328" y="444398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" y="4361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Terraform IaC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72968" y="868680"/>
            <a:ext cx="2743200" cy="4114800"/>
          </a:xfrm>
          <a:prstGeom prst="rect">
            <a:avLst/>
          </a:prstGeom>
          <a:solidFill>
            <a:srgbClr val="0F1F3D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172968" y="868680"/>
            <a:ext cx="27432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96012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675888" y="914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Backend Logic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282696" y="149961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2900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OpenWeather API Integration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282696" y="192024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29000" y="1837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ML Inference Lambda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282696" y="234086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29000" y="2258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Satellite Ingestion Pipeline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282696" y="276148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29000" y="2679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Flood Risk Scoring Algorithm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282696" y="318211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29000" y="3099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Storm Severity Classification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282696" y="360273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2900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Telegram Bot Alerts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282696" y="402336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429000" y="39410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DynamoDB Stream Triggers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3282696" y="444398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429000" y="4361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CRON Scheduling (15/30 min)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117336" y="868680"/>
            <a:ext cx="2743200" cy="4114800"/>
          </a:xfrm>
          <a:prstGeom prst="rect">
            <a:avLst/>
          </a:prstGeom>
          <a:solidFill>
            <a:srgbClr val="0F1F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117336" y="868680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960120"/>
            <a:ext cx="347472" cy="347472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620256" y="914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Frontend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6227064" y="14996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373368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Chart.js — Risk Charts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227064" y="19202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373368" y="1837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Leaflet.js — Interactive Maps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227064" y="23408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373368" y="2258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Space Grotesk Typography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227064" y="27614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373368" y="2679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JetBrains Mono (Mono Font)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227064" y="31821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373368" y="3099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CSS Glassmorphism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227064" y="360273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373368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Animated Star Background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6227064" y="40233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373368" y="39410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Geolocation API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6227064" y="444398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6373368" y="4361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REST API calls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078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AI/ML Risk Scoring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" y="14813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ML inference lambda computes flood risk scores 0-100 with confidence levels, reasons, and severity classification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6052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05840"/>
            <a:ext cx="54864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097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078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Dual Data 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30952" y="14813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Combines real-time OpenWeather API + satellite imagery for comprehensive environmental awareness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2377440"/>
            <a:ext cx="416052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37744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68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" y="24505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Multi-Channel Alerts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96112" y="28529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Telegram bot notifications for storm alerts; AWS SNS email/SMS for flood emergencies with tiered thresholds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09160" y="2377440"/>
            <a:ext cx="416052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377440"/>
            <a:ext cx="54864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468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30952" y="24505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Data Visualization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30952" y="28529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Chart.js risk history, Leaflet temperature maps, animated storm score ring gauges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74320" y="3749040"/>
            <a:ext cx="416052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749040"/>
            <a:ext cx="54864" cy="1188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8404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Event-Driven Architecture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96112" y="42245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DynamoDB Streams auto-trigger alert lambdas; EventBridge runs ingestion every 15-30 min automatically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709160" y="3749040"/>
            <a:ext cx="416052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749040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84048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30952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as Code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30952" y="42245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Complete AWS infrastructure managed with Terraform: Lambda, DynamoDB, S3, API GW, SNS, IAM roles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 &amp; Coverage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📍 Cities Monitored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7490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930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1344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Maharashtra, India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801368"/>
            <a:ext cx="37490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62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1847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Mumbai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286000" y="1911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Maharashtra, India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2368296"/>
            <a:ext cx="37490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414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Nashik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286000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Maharashtra, India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65760" y="2935224"/>
            <a:ext cx="37490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008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2980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Nagpur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2286000" y="3044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Maharashtra, India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⏱️ Data Pipeline Schedule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663440" y="13258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96028" y="1581912"/>
            <a:ext cx="0" cy="60350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001768" y="12344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01768" y="1234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Every 15 min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126480" y="1234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Weather Ingestion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OpenWeather API → S3 → DynamoDB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663440" y="219456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96028" y="2450592"/>
            <a:ext cx="0" cy="60350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5001768" y="210312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01768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Every 30 min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12648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Satellite Ingestion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Imagery data → S3 bucket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796028" y="3319272"/>
            <a:ext cx="0" cy="60350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6" name="Shape 30"/>
          <p:cNvSpPr/>
          <p:nvPr/>
        </p:nvSpPr>
        <p:spPr>
          <a:xfrm>
            <a:off x="5001768" y="297180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3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001768" y="2971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Real-time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6126480" y="2971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Risk Inference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12648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DynamoDB trigger → risk score update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001768" y="384048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001768" y="3840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Immediate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612648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 Dispatch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61264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Risk ≥ 60: SNS / Telegram notification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Multi Disaster Detection &amp; Monitoring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3832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Storm-AI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33832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Flood Detection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33832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Dashboard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33832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ACC15">
              <a:alpha val="25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Serverless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Python · Terraform · AWS · Chart.js · Leaflet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Disaster Detection &amp; Monitoring System</dc:title>
  <dc:subject>PptxGenJS Presentation</dc:subject>
  <dc:creator>Storm-AI &amp; Flood Detection Team</dc:creator>
  <cp:lastModifiedBy>Storm-AI &amp; Flood Detection Team</cp:lastModifiedBy>
  <cp:revision>1</cp:revision>
  <dcterms:created xsi:type="dcterms:W3CDTF">2026-05-24T04:29:55Z</dcterms:created>
  <dcterms:modified xsi:type="dcterms:W3CDTF">2026-05-24T04:29:55Z</dcterms:modified>
</cp:coreProperties>
</file>