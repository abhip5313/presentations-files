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20040"/>
            <a:ext cx="2194560" cy="347472"/>
          </a:xfrm>
          <a:prstGeom prst="rect">
            <a:avLst>
              <a:gd name="adj" fmla="val 13158"/>
            </a:avLst>
          </a:prstGeom>
          <a:solidFill>
            <a:srgbClr val="001F0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320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676"/>
                </a:solidFill>
              </a:rPr>
              <a:t>🏗  AWS CLOUD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Garbage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AI-Powered | Serverless | AWS Cloud | Real-Time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828800" cy="292608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AWS Lambda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3337560"/>
            <a:ext cx="1828800" cy="292608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S3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3337560"/>
            <a:ext cx="1828800" cy="292608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DynamoDB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828800" cy="292608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CloudFront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794760"/>
            <a:ext cx="1828800" cy="292608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Rekognition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3794760"/>
            <a:ext cx="1828800" cy="292608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794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Terraform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640080"/>
            <a:ext cx="237744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83680" y="777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// SYSTEM OVERVIEW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675120" y="1143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📷  Capture Image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📍  GPS Location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020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☁️   Upload to S3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4597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🤖  AI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28986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🗃️   Store Results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3375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👮  Admin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Presented by: Abhishek Pawar  |  May 24,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 we need this system?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20624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🗑️  Manual Reporting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Citizens have no easy way to report garbage or sanitation issues to authorities.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420624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063240"/>
            <a:ext cx="54864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📍  No Location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Reports lack precise GPS coordinates, making it hard for officials to locate issues.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420624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91640"/>
            <a:ext cx="54864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🚫  No AI Verification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Fake or duplicate complaints waste municipal resources and time.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4206240" cy="10515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63240"/>
            <a:ext cx="54864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📋  No Centralized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474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Authorities lack a real-time overview of active complaints and their severity.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E676"/>
                </a:solidFill>
              </a:rPr>
              <a:t>Our solution addresses ALL of these gaps with a fully serverless AWS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Garbage Detection — How It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Capture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756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User opens app, captures image via camera or uploads a photo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0756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Browser GPS API fetches precise coordinates &amp; reverse geocodes address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08760"/>
            <a:ext cx="2743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673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Upload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0756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Image + metadata sent to AWS S3 via presigned URL (secure, no auth needed)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538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Lambda triggers AWS Rekognition + Gemini AI to classify garbage severity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2743200" cy="5486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B8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4904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3538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Results saved in DynamoDB: location, severity, timestamp, AI message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43200" cy="12344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71800"/>
            <a:ext cx="27432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3136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5387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Admin panel shows all reports with severity badge, location link &amp; image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Serverless AWS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46304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463040"/>
            <a:ext cx="13716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1901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Frontend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(CloudFront + S3)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0" y="146304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463040"/>
            <a:ext cx="13716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1901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API 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HTTP API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0" y="146304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46304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1901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Lambda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Functions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46304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1463040"/>
            <a:ext cx="1371600" cy="5486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🪣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1901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S3 Bucket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Image Storage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498080" y="146304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0" y="1463040"/>
            <a:ext cx="13716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98080" y="1901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Rekognition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+ Gemini AI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554480" y="1874520"/>
            <a:ext cx="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737360" y="1764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1874520"/>
            <a:ext cx="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566160" y="1764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12080" y="1874520"/>
            <a:ext cx="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394960" y="1764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40880" y="1874520"/>
            <a:ext cx="45720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7223760" y="17647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1680" y="274320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0" y="2743200"/>
            <a:ext cx="137160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35" name="Text 33"/>
          <p:cNvSpPr/>
          <p:nvPr/>
        </p:nvSpPr>
        <p:spPr>
          <a:xfrm>
            <a:off x="20116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01168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DynamoDB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Results Table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40480" y="274320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0" y="2743200"/>
            <a:ext cx="13716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84048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Admin Panel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Dashboard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69280" y="274320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69280" y="2743200"/>
            <a:ext cx="13716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66928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OTP Auth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Verification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498080" y="2743200"/>
            <a:ext cx="1371600" cy="8229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98080" y="274320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9808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Geo 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Coordinates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82880" y="2743200"/>
            <a:ext cx="1645920" cy="822960"/>
          </a:xfrm>
          <a:prstGeom prst="rect">
            <a:avLst/>
          </a:prstGeom>
          <a:solidFill>
            <a:srgbClr val="1A003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82880" y="27432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86FC"/>
                </a:solidFill>
              </a:rPr>
              <a:t>🏗️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B86FC"/>
                </a:solidFill>
              </a:rPr>
              <a:t>Terraform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B86FC"/>
                </a:solidFill>
              </a:rPr>
              <a:t>IaC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All infrastructure provisioned with Terraform — repeatable, version-controlled, one-command deploy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FRONTEND UI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Complaint Submission Interface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5029200" cy="3566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486400" y="1371600"/>
            <a:ext cx="338328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408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📷  Camera Capture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577840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Open device camera directly in browser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0" y="1965960"/>
            <a:ext cx="338328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20025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📍  Auto Location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2221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GPS fetches precise coordinates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0" y="2560320"/>
            <a:ext cx="338328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25968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🗺️  Reverse Geocode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Converts coords to readable address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486400" y="3154680"/>
            <a:ext cx="338328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77840" y="3191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📝  Complaint Message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410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User describes the situation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0" y="3749040"/>
            <a:ext cx="338328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77840" y="37856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🚀  Upload &amp; Analyze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One-click submission to AWS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0" y="4343400"/>
            <a:ext cx="3383280" cy="502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77840" y="43799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⚡  Serverless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4599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No backend server needed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ADMIN PANEL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Complaint Dashboard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5303520" cy="34747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760720" y="1371600"/>
            <a:ext cx="320040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371600"/>
            <a:ext cx="54864" cy="5669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42646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🔐  OTP Protected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1664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Admin access secured with OTP verification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760720" y="2066544"/>
            <a:ext cx="320040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066544"/>
            <a:ext cx="54864" cy="56692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21214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📊  Severity Badge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23591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Clean/Dirty label on each complaint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760720" y="2761488"/>
            <a:ext cx="320040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761488"/>
            <a:ext cx="54864" cy="5669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0" y="2816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🗺️  Location Links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30540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Clickable address links to Google Maps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760720" y="3456432"/>
            <a:ext cx="320040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456432"/>
            <a:ext cx="54864" cy="566928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0" y="35112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86FC"/>
                </a:solidFill>
              </a:rPr>
              <a:t>🖼️  Image Viewer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43600" y="3749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View uploaded complaint images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760720" y="4151376"/>
            <a:ext cx="3200400" cy="56692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4151376"/>
            <a:ext cx="54864" cy="56692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0" y="4206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⏱️  Timestamped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943600" y="44439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Exact date &amp; time of submission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SECURITY — OTP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Access Protected by OTP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A custom OTP (One-Time Password) verification system was built to secure the Admin Panel. Without a valid OTP, no one can access the dashboard — even if they know the URL.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16002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86000"/>
            <a:ext cx="16002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450592"/>
            <a:ext cx="502920" cy="50292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Visits URL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Navigates to the Admin Panel route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93392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84832" y="2286000"/>
            <a:ext cx="16002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84832" y="2286000"/>
            <a:ext cx="1600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587752" y="2450592"/>
            <a:ext cx="502920" cy="5029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2587752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30552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OTP Triggered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0552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System generates a one-time code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12464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03904" y="2286000"/>
            <a:ext cx="16002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03904" y="2286000"/>
            <a:ext cx="16002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306824" y="245059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306824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9624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Code Delivered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9624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OTP sent via email/SMS to admin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31536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22976" y="2286000"/>
            <a:ext cx="16002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22976" y="2286000"/>
            <a:ext cx="1600200" cy="5486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6025896" y="2450592"/>
            <a:ext cx="502920" cy="502920"/>
          </a:xfrm>
          <a:prstGeom prst="ellipse">
            <a:avLst/>
          </a:prstGeom>
          <a:solidFill>
            <a:srgbClr val="BB86FC"/>
          </a:solidFill>
          <a:ln/>
        </p:spPr>
      </p:sp>
      <p:sp>
        <p:nvSpPr>
          <p:cNvPr id="30" name="Text 28"/>
          <p:cNvSpPr/>
          <p:nvPr/>
        </p:nvSpPr>
        <p:spPr>
          <a:xfrm>
            <a:off x="6025896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68696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Enters OTP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68696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Admin submits the code in UI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50608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42048" y="2286000"/>
            <a:ext cx="16002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42048" y="2286000"/>
            <a:ext cx="16002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6" name="Shape 34"/>
          <p:cNvSpPr/>
          <p:nvPr/>
        </p:nvSpPr>
        <p:spPr>
          <a:xfrm>
            <a:off x="7744968" y="2450592"/>
            <a:ext cx="502920" cy="50292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37" name="Text 35"/>
          <p:cNvSpPr/>
          <p:nvPr/>
        </p:nvSpPr>
        <p:spPr>
          <a:xfrm>
            <a:off x="7744968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87768" y="3017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Verified 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87768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Access granted to full dashboard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001A0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76"/>
                </a:solidFill>
              </a:rPr>
              <a:t>🔐  WHY OTP?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42793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OTP prevents unauthorized access to sensitive complaint data. Even if credentials are compromised, the admin account stays protected since OTP codes expire after use. This is built as a custom Lambda + API Gateway solution — no third-party auth library required.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</a:rPr>
              <a:t>AWS LAMBDA FUNCTIONS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Serverless Functions — Python 3.10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49808"/>
            <a:ext cx="3931920" cy="201168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2926080"/>
            <a:ext cx="859536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2926080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9626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⚡ UploadImageLambda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316382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Generates S3 presigned URL for secure image upload without exposing credentials.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0" y="3017520"/>
            <a:ext cx="2286000" cy="25603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11" name="Text 8"/>
          <p:cNvSpPr/>
          <p:nvPr/>
        </p:nvSpPr>
        <p:spPr>
          <a:xfrm>
            <a:off x="6446520" y="3017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🔔 API Gateway GET /upload-url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74320" y="3447288"/>
            <a:ext cx="859536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3447288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483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⚡ ProcessImageLambda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3685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S3 trigger → enhances image → runs Rekognition → calls Gemini AI → stores results.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400800" y="3538728"/>
            <a:ext cx="2286000" cy="25603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3538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🔔 S3 Object Created Event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74320" y="3968496"/>
            <a:ext cx="859536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968496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005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⚡ GetImageResultLambda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4206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Fetches analysis result from DynamoDB by ImageID. Handles Decimal serialization.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00800" y="4059936"/>
            <a:ext cx="2286000" cy="25603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4059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🔔 API Gateway GET /result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74320" y="4489704"/>
            <a:ext cx="859536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4489704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526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⚡ GetAllResultsLambda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47274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Returns all complaint records for the Admin Panel dashboard with full metadata.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400800" y="4581144"/>
            <a:ext cx="2286000" cy="25603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4581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35"/>
                </a:solidFill>
              </a:rPr>
              <a:t>🔔 API Gateway GET /all-results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</a:rPr>
              <a:t>AWS S3 — OBJECT STORAGE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S3 Buckets for Separation of Concerns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8595360" cy="1828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3429000"/>
            <a:ext cx="411480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429000"/>
            <a:ext cx="41148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</a:rPr>
              <a:t>🪣  image-recognition-image-017677777129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65760" y="38130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Stores all uploaded complaint images and AI-enhanced versions under the /enhanced/ prefix. S3 event triggers ProcessImageLambda on upload.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User uploaded images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65760" y="4562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Enhanced images (Clipdrop AI)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33172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S3 Event Trigger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331720" y="4562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Presigned URL access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663440" y="3429000"/>
            <a:ext cx="411480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3429000"/>
            <a:ext cx="41148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</a:rPr>
              <a:t>🌐  image-recognition-ui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0" y="38130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Hosts the static frontend (HTML, CSS, JS). Served globally via CloudFront CDN for low latency. No web server required.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5488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index.html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54880" y="4562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style.css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72084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script.js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720840" y="4562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• CloudFront origin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B86FC"/>
                </a:solidFill>
              </a:rPr>
              <a:t>AWS DYNAMODB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NoSQL Database — Pay-Per-Request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49808"/>
            <a:ext cx="3931920" cy="1828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86FC"/>
                </a:solidFill>
              </a:rPr>
              <a:t>ImageRecognitionResults — Table Schema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169164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51206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B86FC"/>
                          </a:solidFill>
                        </a:rPr>
                        <a:t>ImageID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CD4"/>
                          </a:solidFill>
                        </a:rPr>
                        <a:t>String (PK)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</a:rPr>
                        <a:t>Unique UUID filename — Partition key for the table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B86FC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CD4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</a:rPr>
                        <a:t>Garbage severity level — e.g. Clean / Dirty / Severe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B86FC"/>
                          </a:solidFill>
                        </a:rPr>
                        <a:t>message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CD4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</a:rPr>
                        <a:t>Complaint message entered by the user describing the issue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B86FC"/>
                          </a:solidFill>
                        </a:rPr>
                        <a:t>location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CD4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</a:rPr>
                        <a:t>GPS coordinates — latitude &amp; longitude (e.g. 18.03, 74.82)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B86FC"/>
                          </a:solidFill>
                        </a:rPr>
                        <a:t>address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CD4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</a:rPr>
                        <a:t>Reverse geocoded human-readable address string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B86FC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BCD4"/>
                          </a:solidFill>
                        </a:rPr>
                        <a:t>String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D1D9"/>
                          </a:solidFill>
                        </a:rPr>
                        <a:t>ISO datetime timestamp of when the complaint was submitted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8A6FF"/>
                </a:solidFill>
              </a:rPr>
              <a:t>AWS CLOUDFRONT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CDN + HTTPS for the Frontend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8595360" cy="1828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74320" y="3429000"/>
            <a:ext cx="27432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429000"/>
            <a:ext cx="54864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3493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</a:rPr>
              <a:t>🔒  Free HTTPS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CloudFront default certificate — no extra cost for SSL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3429000"/>
            <a:ext cx="27432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3429000"/>
            <a:ext cx="54864" cy="6400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3493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</a:rPr>
              <a:t>🌍  Global CDN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3756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Content cached at edge locations worldwide — fast load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3429000"/>
            <a:ext cx="27432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342900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3493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↩️  HTTP → HTTPS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All HTTP requests redirected to secure HTTPS automatically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74320" y="4206240"/>
            <a:ext cx="27432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4206240"/>
            <a:ext cx="54864" cy="6400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" y="42702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🔗  S3 Origin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480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S3 bucket serves as origin, no public bucket access needed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0" y="4206240"/>
            <a:ext cx="27432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4206240"/>
            <a:ext cx="54864" cy="640080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24" name="Text 21"/>
          <p:cNvSpPr/>
          <p:nvPr/>
        </p:nvSpPr>
        <p:spPr>
          <a:xfrm>
            <a:off x="3337560" y="42702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86FC"/>
                </a:solidFill>
              </a:rPr>
              <a:t>⚡  IPv6 Enabled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37560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Future-proof IPv6 support for modern browsers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126480" y="4206240"/>
            <a:ext cx="2743200" cy="640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26480" y="4206240"/>
            <a:ext cx="54864" cy="640080"/>
          </a:xfrm>
          <a:prstGeom prst="rect">
            <a:avLst/>
          </a:prstGeom>
          <a:solidFill>
            <a:srgbClr val="F0E68C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42702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68C"/>
                </a:solidFill>
              </a:rPr>
              <a:t>🆔  Distribution ID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4526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E2U9R6GEQZ2RJT — Active, Standard, Pay-as-you-go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B86FC"/>
                </a:solidFill>
              </a:rPr>
              <a:t>INFRASTRUCTURE AS CODE — TERRAFORM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Command to Deploy Everything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solidFill>
            <a:srgbClr val="0D00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8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  &amp;&amp;  terraform plan  &amp;&amp;  terraform apply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854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apigateway.tf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HTTP API + routes for /upload-url and /result endpoints with CORS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679192"/>
            <a:ext cx="841248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79192"/>
            <a:ext cx="54864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15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cloudfront.tf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91693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CDN distribution linked to S3 UI bucket with HTTPS redirect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209544"/>
            <a:ext cx="841248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9544"/>
            <a:ext cx="54864" cy="457200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8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dynamoDB.tf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4472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ImageRecognitionResults table — PAY_PER_REQUEST, ImageID partition key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739896"/>
            <a:ext cx="841248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739896"/>
            <a:ext cx="54864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76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iam.tf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Lambda execution roles with S3, DynamoDB, Rekognition permissions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4270248"/>
            <a:ext cx="8412480" cy="457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270248"/>
            <a:ext cx="54864" cy="4572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068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lambda/*.tf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079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All 4 Lambda functions from zip files with env vars injected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✅  AWS Provider: 6.35.1  |  Region: ap-south-1 (Mumbai)  |  Fully version-controlled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AI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AI Services Working Together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👁️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AWS Rekognition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Face &amp; Emotion Detection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163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Detects faces in uploaded complaint images and classifies emotions (HAPPY, CALM, DISGUSTED, etc.) with confidence scores. The result is stored in DynamoDB along with face count and severity.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✓  detect_faces() API call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✓  Returns ALL face attributes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✓  Confidence % scoring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✓  Works on enhanced image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✓  Supports multiple faces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✓  No ML training required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1463040"/>
            <a:ext cx="411480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463040"/>
            <a:ext cx="4114800" cy="5486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✨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92040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B86FC"/>
                </a:solidFill>
              </a:rPr>
              <a:t>Clipdrop Super-Resolution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 Image Enhancement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8163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Super-resolution API pre-processes and enhances the uploaded image before sending it to Rekognition. This improves detection accuracy for low-quality or blurry images without needing OpenCV.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✓  super-resolution/v1 API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372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✓  Improves image clarity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✓  Saved under /enhanced/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4169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✓  Runs before Rekognition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✓  REST API — no OpenCV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✓  Free tier available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E676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416052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HTML5 / CSS3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4231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Vanilla JavaScript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Browser Camera API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23160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Geolocation API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Fetch / Async-Await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416052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463040"/>
            <a:ext cx="416052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Backend (AWS)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AWS Lambda (Python 3.10)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API Gateway HTTP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Amazon S3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0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Amazon DynamoDB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660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Amazon Rekognition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46120"/>
            <a:ext cx="416052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46120"/>
            <a:ext cx="4160520" cy="5486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86FC"/>
                </a:solidFill>
              </a:rPr>
              <a:t>AI &amp; External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AWS Rekognition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2316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Clipdrop Super-Res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Reverse Geocoding API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2316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Custom OTP System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443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Presigned URL Auth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246120"/>
            <a:ext cx="4160520" cy="16002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246120"/>
            <a:ext cx="416052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DevOps &amp; IaC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Terraform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0" y="3749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AWS CloudFront CDN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S3 Static Hosting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58000" y="4096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✓  ZIP Package Deploy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✓  IAM Role Management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D1117"/>
                </a:solidFill>
              </a:rPr>
              <a:t>PROJECT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65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✅  Fully serverless — no servers to manage or maintain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56232"/>
            <a:ext cx="5029200" cy="365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856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✅  AI-powered garbage analysis using AWS Rekognition + Clipdrop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95144"/>
            <a:ext cx="5029200" cy="365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951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✅  Secure admin panel with custom OTP verification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34056"/>
            <a:ext cx="5029200" cy="365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734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✅  Global delivery via CloudFront CDN with free HTTPS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72968"/>
            <a:ext cx="5029200" cy="365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72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✅  Infrastructure provisioned with Terraform (one command)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5029200" cy="3657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611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</a:rPr>
              <a:t>✅  Real-time dashboard with image view, severity, GPS location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1371600"/>
            <a:ext cx="3291840" cy="3154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23560" y="1371600"/>
            <a:ext cx="329184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🚀  Future Enhancements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📱  Native mobile app (React Native)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1500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📊  Analytics dashboard with charts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15000" y="25968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🗺️   Map view with complaint pins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15000" y="29809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🔔  Push notifications for updates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15000" y="3364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🤖  Custom ML model training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1500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🏙️   Multi-city / multi-ward support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15000" y="4133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📈  Trend analysis &amp; heat maps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1A0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676"/>
                </a:solidFill>
              </a:rPr>
              <a:t>Smart Garbage Detection System  |  Built on AWS  |  Abhishek Pawar  |  May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Garbage Detection System</dc:title>
  <dc:subject>PptxGenJS Presentation</dc:subject>
  <dc:creator>Abhishek Pawar</dc:creator>
  <cp:lastModifiedBy>Abhishek Pawar</cp:lastModifiedBy>
  <cp:revision>1</cp:revision>
  <dcterms:created xsi:type="dcterms:W3CDTF">2026-05-24T17:47:26Z</dcterms:created>
  <dcterms:modified xsi:type="dcterms:W3CDTF">2026-05-24T17:47:26Z</dcterms:modified>
</cp:coreProperties>
</file>